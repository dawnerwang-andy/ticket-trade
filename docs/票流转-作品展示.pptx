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371600"/>
            <a:ext cx="2834640" cy="40233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3291840"/>
            <a:ext cx="2834640" cy="0"/>
          </a:xfrm>
          <a:prstGeom prst="line">
            <a:avLst/>
          </a:prstGeom>
          <a:noFill/>
          <a:ln w="25400">
            <a:solidFill>
              <a:srgbClr val="F9E79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59536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F9E7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ADMIT 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 原价封顶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0" y="4297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已验真 · 强实名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FANS-TO-FANS TICKET COMMUNITY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票流转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合规优先的 Fans-to-Fans 二手票务交流平台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全栈 MVP ｜ 粉丝社区 · 原价封顶 · 实名验真 · 经营后台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项目组汇报 ｜ 2026-10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MARKET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调研背景：三大痛点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73152" cy="3108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黄牛加价倒卖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热门演出溢价数倍，粉丝买不到原价票；加价倒卖已被《营业性演出管理条例实施细则》明确禁止，但二手平台仍是重灾区。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45920"/>
            <a:ext cx="73152" cy="3108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假票与诈骗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359152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伪造票、一票多卖、收款后拉黑。私下转账无凭证，受害者维权困难，消协投诉量常年居高。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45920"/>
            <a:ext cx="73152" cy="310896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私下交易无保障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359152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粉丝间真实转票需求旺盛，但只能依赖社交群私聊，无验真、无留痕、无退出机制，信任成本极高。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调研素材：36氪 / 新华社 / 艾媒咨询 / 消协报道与监管文件（research/ 目录，由 AI 联网检索整理）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结论：痛点真实且高频，但解法必须在监管框架内 —— 这决定了产品的形态选择。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PRODUCT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产品方案：社区先行，合规写进代码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Fans-to-Fans 粉丝社区（支付暂缓，平台不经手资金）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1783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95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原价封顶 · 锁死 1.0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90779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转让价 ≤ 票面价，服务端 422 硬拦截；上限在服务端 clamp 到 0–1.0，管理员也无法调高。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194560"/>
            <a:ext cx="73152" cy="1783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95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全员实名 · 全程留痕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90779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发帖 / 评论 / 查看联系方式均需实名登录，依据《互联网跟帖评论服务管理规定》。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160520"/>
            <a:ext cx="73152" cy="17830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616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凭证验真 · 人工审核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8737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转票帖上传购票凭证，平台验真后展示「已验真」徽章；成交引导官方转赠通道。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160520"/>
            <a:ext cx="73152" cy="1783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616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法律提示 · 页面常驻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48737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治安法第 63 条等条文与平台规则对应关系，常驻社区列表 / 发帖页 / 详情页 / 发布页。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功能全景：前台社区 + 经营后台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00" cy="5669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用户前台（fans-to-fans）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社区首页：转票 / 求票 / 换票 / 讨论四类帖子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帖子详情：原价封顶价签、已验真徽章、防骗指南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联系方式仅实名可见，支持私聊沟通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公开留言 + 一键举报，资金高危话术自动打标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票品展示页：为担保交易预留的展示位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00200"/>
            <a:ext cx="5486400" cy="566928"/>
          </a:xfrm>
          <a:prstGeom prst="rect">
            <a:avLst/>
          </a:prstGeom>
          <a:solidFill>
            <a:srgbClr val="1E2348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002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平台经营后台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仪表盘：GMV / 收入 / 托管资金 / 社区待办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社区管理：验真审核 / 举报处理 / 帖子巡查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票品 / 订单 / 用户 / 纠纷管理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合规中心 + 平台设置（价格上限等）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财税中心：增值税 / 附加税 / 企业所得税估算，810 号令涉税报送 CSV 导出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功能演示 ① 粉丝社区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pic>
        <p:nvPicPr>
          <p:cNvPr id="7" name="Image 0" descr="/Users/dawnerwang/Library/Mobile Documents/com~apple~CloudDocs/Codex/Ticket Trade/scripts/shots/10-commun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5120640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5925312"/>
            <a:ext cx="5120640" cy="384048"/>
          </a:xfrm>
          <a:prstGeom prst="rect">
            <a:avLst/>
          </a:prstGeom>
          <a:solidFill>
            <a:srgbClr val="1E2348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9253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首页即社区：四类帖子 + 法律提示常驻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pic>
        <p:nvPicPr>
          <p:cNvPr id="11" name="Image 1" descr="/Users/dawnerwang/Library/Mobile Documents/com~apple~CloudDocs/Codex/Ticket Trade/scripts/shots/11-community-po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554480"/>
            <a:ext cx="5120640" cy="4754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5925312"/>
            <a:ext cx="5120640" cy="384048"/>
          </a:xfrm>
          <a:prstGeom prst="rect">
            <a:avLst/>
          </a:prstGeom>
          <a:solidFill>
            <a:srgbClr val="1E2348">
              <a:alpha val="88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446520" y="59253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帖子详情：原价封顶 · 已验真 · 防骗指南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功能演示 ② 发帖与私聊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pic>
        <p:nvPicPr>
          <p:cNvPr id="7" name="Image 0" descr="/Users/dawnerwang/Library/Mobile Documents/com~apple~CloudDocs/Codex/Ticket Trade/scripts/shots/12-community-n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5120640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5925312"/>
            <a:ext cx="5120640" cy="384048"/>
          </a:xfrm>
          <a:prstGeom prst="rect">
            <a:avLst/>
          </a:prstGeom>
          <a:solidFill>
            <a:srgbClr val="1E2348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9253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发布新帖：关联演出 · 凭证上传 · 超限 422 拦截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pic>
        <p:nvPicPr>
          <p:cNvPr id="11" name="Image 1" descr="/Users/dawnerwang/Library/Mobile Documents/com~apple~CloudDocs/Codex/Ticket Trade/scripts/shots/16-community-contac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554480"/>
            <a:ext cx="5120640" cy="4754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5925312"/>
            <a:ext cx="5120640" cy="384048"/>
          </a:xfrm>
          <a:prstGeom prst="rect">
            <a:avLst/>
          </a:prstGeom>
          <a:solidFill>
            <a:srgbClr val="1E2348">
              <a:alpha val="88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446520" y="59253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联系方式：仅实名用户可见，游客锁定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功能演示 ③ 经营后台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pic>
        <p:nvPicPr>
          <p:cNvPr id="7" name="Image 0" descr="/Users/dawnerwang/Library/Mobile Documents/com~apple~CloudDocs/Codex/Ticket Trade/scripts/shots/05-admi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00200"/>
            <a:ext cx="539496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782312"/>
            <a:ext cx="5394960" cy="384048"/>
          </a:xfrm>
          <a:prstGeom prst="rect">
            <a:avLst/>
          </a:prstGeom>
          <a:solidFill>
            <a:srgbClr val="1E2348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7823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仪表盘：GMV / 收入 / 待办一屏总览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pic>
        <p:nvPicPr>
          <p:cNvPr id="11" name="Image 1" descr="/Users/dawnerwang/Library/Mobile Documents/com~apple~CloudDocs/Codex/Ticket Trade/scripts/shots/13-admin-forum-verif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00200"/>
            <a:ext cx="5394960" cy="35661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4782312"/>
            <a:ext cx="5394960" cy="384048"/>
          </a:xfrm>
          <a:prstGeom prst="rect">
            <a:avLst/>
          </a:prstGeom>
          <a:solidFill>
            <a:srgbClr val="1E2348">
              <a:alpha val="88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446520" y="47823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社区管理：购票凭证人工验真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1520" y="5577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另有：举报处理闭环 · 财税中心（三税估算 + 涉税报送 CSV）· 合规中心 · 平台设置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COMPLIANCE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合规设计：先于功能的四条红线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470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不做「二清」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无支付牌照不做资金托管 → 论坛阶段平台零资金经手，从机制上规避非法支付结算风险。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645920"/>
            <a:ext cx="73152" cy="20116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470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不加价倒卖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35915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《营业性演出管理条例实施细则》禁止加价 → 原价封顶写死在服务端，非配置项可绕开。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86200"/>
            <a:ext cx="73152" cy="201168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873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内容治理责任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59943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实名发帖、举报处置闭环、日志留存 ≥6 个月（《网络安全法》第 49 条、跟帖评论规定）。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886200"/>
            <a:ext cx="73152" cy="2011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873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个人信息最小化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459943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联系方式仅实名可见；ICP 备案 / 公安联网备案列入上线前必办清单（docs/LEGAL.md）。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AI COLLABORATION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协作：工具、建议与人的取舍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六个环节均由 Codex（GPT-5）协作完成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577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调研：anysearch 联网检索市场报道与监管文件 → 归纳三大痛点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方案：AI 起草交易机制与合规文档，小组否决「支付先行」改为论坛先行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开发：AI 生成全部前后端代码（约 60 个 API、20+ 页面）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验证：AI 编写并执行 60 项冒烟测试 + 30 项渲染断言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部署：Cloudflare 隧道一键脚本 + VPS 方案（systemd / Nginx）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文档：README / 部署说明 / 作品说明，pandoc 转 PDF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965960"/>
            <a:ext cx="73152" cy="19202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67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三次基于反馈的修改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6791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完整交易平台 → 论坛化转型（去支付）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上限锁 1.0 + 法律条文四处常驻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页面加图（AI 生图无额度 → 改 Unsplash 免费图库）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406908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34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4069080"/>
            <a:ext cx="73152" cy="19202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270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关键取舍（人拍板）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478231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风险词从「微信/QQ」收窄为资金高危词（实测误伤）；联系方式改「仅实名可见」（个人信息保护法）；生图改免费图库（版权）。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DELIVERY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验证与交付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E5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 / 60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端到端冒烟测试通过（含公网复测）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8745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/ 30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2900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页面渲染断言 + 自动截图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8745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7220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npm 依赖（node:http + node:sqlite）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0" y="1737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8745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78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91540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仓库文件数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公网演示：Cloudflare 快速隧道，scripts/start-public.sh 一键拉起（演示环境）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代码仓库：github.com/DawnerWang-Andy/ticket-trade（含全部文档与验证截图）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文档：README · AI-GUIDE · COMPLIANCE · LEGAL · DEPLOY · WORK-REPORT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生产化预案：VPS + systemd + Nginx + 自有域名，上线前先办 ICP 备案、换真实登录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3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能跑 ≠ 能上线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十分钟做完支付闭环，但「二清」红线意味着上线即违法 —— 合规判断必须由人承担</a:t>
            </a:r>
            <a:endParaRPr lang="en-US" sz="15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风险词误伤、生图版权这类坑，只有真实使用场景才能暴露 —— 规则必须经真人实测</a:t>
            </a:r>
            <a:endParaRPr lang="en-US" sz="15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最大的价值是加速验证：每轮修改几分钟内全量回归 —— 而不是代替决策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下一步：真实短信登录 · 内容机审 · ICP 备案 · 担保交易（持牌机构合作后恢复支付入口）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票流转 ｜ 谢谢观看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票流转 · Fans-to-Fans 票务交流平台</dc:title>
  <dc:subject>PptxGenJS Presentation</dc:subject>
  <dc:creator>票流转项目组</dc:creator>
  <cp:lastModifiedBy>票流转项目组</cp:lastModifiedBy>
  <cp:revision>1</cp:revision>
  <dcterms:created xsi:type="dcterms:W3CDTF">2026-10-12T06:16:04Z</dcterms:created>
  <dcterms:modified xsi:type="dcterms:W3CDTF">2026-10-12T06:16:04Z</dcterms:modified>
</cp:coreProperties>
</file>